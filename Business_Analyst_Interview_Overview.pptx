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594A3D-3D4E-CE34-0D27-A38BD1DCC89A}"/>
              </a:ext>
            </a:extLst>
          </p:cNvPr>
          <p:cNvSpPr/>
          <p:nvPr/>
        </p:nvSpPr>
        <p:spPr>
          <a:xfrm>
            <a:off x="457200" y="371192"/>
            <a:ext cx="7926309" cy="48866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 Business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Business Analyst acts as a liaison between business stakeholders and technical teams. They analyze business processes, identify needs, gather requirements, and translate them into clear functional specifications to ensure successful project outcomes.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6548D6-5CD9-8332-3F9E-34FE485C8092}"/>
              </a:ext>
            </a:extLst>
          </p:cNvPr>
          <p:cNvSpPr/>
          <p:nvPr/>
        </p:nvSpPr>
        <p:spPr>
          <a:xfrm>
            <a:off x="316871" y="181069"/>
            <a:ext cx="8437830" cy="5486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398C3-9367-4280-1BFD-D328BD68DF5F}"/>
              </a:ext>
            </a:extLst>
          </p:cNvPr>
          <p:cNvSpPr txBox="1"/>
          <p:nvPr/>
        </p:nvSpPr>
        <p:spPr>
          <a:xfrm>
            <a:off x="2829208" y="4888468"/>
            <a:ext cx="57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https://github.com/mohamedshameem-dev/Ecommerce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58E51A-FB28-C8C5-26E5-741A4826EF37}"/>
              </a:ext>
            </a:extLst>
          </p:cNvPr>
          <p:cNvSpPr/>
          <p:nvPr/>
        </p:nvSpPr>
        <p:spPr>
          <a:xfrm>
            <a:off x="226337" y="274638"/>
            <a:ext cx="8460463" cy="52208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Skills of a Business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communication and stakeholder management</a:t>
            </a:r>
          </a:p>
          <a:p>
            <a:r>
              <a:rPr dirty="0"/>
              <a:t>Problem-solving and critical thinking</a:t>
            </a:r>
          </a:p>
          <a:p>
            <a:r>
              <a:rPr dirty="0"/>
              <a:t>Data analysis and interpretation</a:t>
            </a:r>
          </a:p>
          <a:p>
            <a:r>
              <a:rPr dirty="0"/>
              <a:t>Requirements elicitation and documentation</a:t>
            </a:r>
          </a:p>
          <a:p>
            <a:r>
              <a:rPr dirty="0"/>
              <a:t>Domain and business process knowledge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CC16B-083E-806C-56F8-3B1BA3164269}"/>
              </a:ext>
            </a:extLst>
          </p:cNvPr>
          <p:cNvSpPr txBox="1"/>
          <p:nvPr/>
        </p:nvSpPr>
        <p:spPr>
          <a:xfrm>
            <a:off x="3114391" y="5109875"/>
            <a:ext cx="57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https://github.com/mohamedshameem-dev/Ecommerce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B64A58-5F8F-8927-73B8-A597BF57AAEB}"/>
              </a:ext>
            </a:extLst>
          </p:cNvPr>
          <p:cNvSpPr/>
          <p:nvPr/>
        </p:nvSpPr>
        <p:spPr>
          <a:xfrm>
            <a:off x="280657" y="90535"/>
            <a:ext cx="8564579" cy="59662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Business Analyst vs Project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Project Manager focuses on planning, execution, timelines, and delivery of the project.</a:t>
            </a:r>
          </a:p>
          <a:p>
            <a:endParaRPr dirty="0"/>
          </a:p>
          <a:p>
            <a:r>
              <a:rPr dirty="0"/>
              <a:t>A Business Analyst focuses on understanding business needs, defining requirements, and ensuring the delivered solution aligns with business objectives.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A66B1-4836-095F-AD4C-6805DE37F28E}"/>
              </a:ext>
            </a:extLst>
          </p:cNvPr>
          <p:cNvSpPr txBox="1"/>
          <p:nvPr/>
        </p:nvSpPr>
        <p:spPr>
          <a:xfrm>
            <a:off x="3184557" y="5687436"/>
            <a:ext cx="57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https://github.com/mohamedshameem-dev/Ecommerce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83EC2B-A076-D7D3-A67E-5FCDE178965A}"/>
              </a:ext>
            </a:extLst>
          </p:cNvPr>
          <p:cNvSpPr/>
          <p:nvPr/>
        </p:nvSpPr>
        <p:spPr>
          <a:xfrm>
            <a:off x="457200" y="144855"/>
            <a:ext cx="8229600" cy="47983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Requirements Gathering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requirements are gathered using interviews, workshops, surveys, and document analysis. Effective communication, continuous stakeholder engagement, and validation are critical for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F27CE-E1D6-D536-597F-C498BAAA1993}"/>
              </a:ext>
            </a:extLst>
          </p:cNvPr>
          <p:cNvSpPr txBox="1"/>
          <p:nvPr/>
        </p:nvSpPr>
        <p:spPr>
          <a:xfrm>
            <a:off x="3014803" y="4480475"/>
            <a:ext cx="57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https://github.com/mohamedshameem-dev/Ecommerce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93EF6D-24E4-334D-7764-DBAA61BC3F78}"/>
              </a:ext>
            </a:extLst>
          </p:cNvPr>
          <p:cNvSpPr/>
          <p:nvPr/>
        </p:nvSpPr>
        <p:spPr>
          <a:xfrm>
            <a:off x="362139" y="274638"/>
            <a:ext cx="8324661" cy="48043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BRD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Business Requirements Document (BRD) acts as a foundation for the project. It defines business goals, scope, constraints, and high-level requirements, ensuring alignment between stakeholders and delivery teams.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27A03-9F4F-DA9E-2C33-C514C93D9460}"/>
              </a:ext>
            </a:extLst>
          </p:cNvPr>
          <p:cNvSpPr txBox="1"/>
          <p:nvPr/>
        </p:nvSpPr>
        <p:spPr>
          <a:xfrm>
            <a:off x="3014803" y="4546700"/>
            <a:ext cx="57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https://github.com/mohamedshameem-dev/Ecommerce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020E31-D0C5-B53A-1F2A-3C954F88B669}"/>
              </a:ext>
            </a:extLst>
          </p:cNvPr>
          <p:cNvSpPr/>
          <p:nvPr/>
        </p:nvSpPr>
        <p:spPr>
          <a:xfrm>
            <a:off x="307818" y="90535"/>
            <a:ext cx="8229600" cy="44543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Prioritizing Conflicting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 are prioritized using frameworks such as MoSCoW or the Kano Model. This helps balance business value, urgency, stakeholder impact, and project feasibility.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64050-0415-71E6-E780-76D62B775BEF}"/>
              </a:ext>
            </a:extLst>
          </p:cNvPr>
          <p:cNvSpPr txBox="1"/>
          <p:nvPr/>
        </p:nvSpPr>
        <p:spPr>
          <a:xfrm>
            <a:off x="3014803" y="4175508"/>
            <a:ext cx="57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https://github.com/mohamedshameem-dev/Ecommerce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271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Role of a Business Analyst</vt:lpstr>
      <vt:lpstr>Key Skills of a Business Analyst</vt:lpstr>
      <vt:lpstr>Business Analyst vs Project Manager</vt:lpstr>
      <vt:lpstr>Requirements Gathering Techniques</vt:lpstr>
      <vt:lpstr>Importance of BRD</vt:lpstr>
      <vt:lpstr>Prioritizing Conflicting Requirements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mrshameemacc@outlook.com</cp:lastModifiedBy>
  <cp:revision>3</cp:revision>
  <dcterms:created xsi:type="dcterms:W3CDTF">2013-01-27T09:14:16Z</dcterms:created>
  <dcterms:modified xsi:type="dcterms:W3CDTF">2026-01-31T15:39:20Z</dcterms:modified>
  <cp:category/>
</cp:coreProperties>
</file>